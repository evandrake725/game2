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xC+o5QgxEH9gT1qxu0zX+wfFI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f9b92a2e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9f9b92a2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f9b92a2e2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f9b92a2e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4" name="Google Shape;1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 name="Google Shape;2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6" name="Google Shape;2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 name="Google Shape;32;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 name="Google Shape;33;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9" name="Google Shape;39;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0" name="Google Shape;40;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1" name="Google Shape;41;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2" name="Google Shape;4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57" name="Google Shape;57;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58" name="Google Shape;5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5183188" y="987425"/>
            <a:ext cx="6172200" cy="4873625"/>
          </a:xfrm>
          <a:prstGeom prst="rect">
            <a:avLst/>
          </a:prstGeom>
          <a:noFill/>
          <a:ln>
            <a:noFill/>
          </a:ln>
        </p:spPr>
      </p:sp>
      <p:sp>
        <p:nvSpPr>
          <p:cNvPr id="64" name="Google Shape;64;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5" name="Google Shape;6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1" name="Google Shape;7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7" name="Google Shape;7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 name="Google Shape;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 name="Google Shape;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0" name="Google Shape;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EvanDrake725/Game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youtube.com/watch?v=Shj_QVwrefY" TargetMode="External"/><Relationship Id="rId4" Type="http://schemas.openxmlformats.org/officeDocument/2006/relationships/hyperlink" Target="https://www.youtube.com/watch?v=_QrMqFmrF5o&amp;t=44s" TargetMode="External"/><Relationship Id="rId5" Type="http://schemas.openxmlformats.org/officeDocument/2006/relationships/hyperlink" Target="https://www.youtube.com/watch?v=hJaZag6A44o" TargetMode="External"/><Relationship Id="rId6" Type="http://schemas.openxmlformats.org/officeDocument/2006/relationships/hyperlink" Target="https://www.youtube.com/watch?v=v3v01p26NP0&amp;list=PL3cGrGHvkwn0zoGLoGorwvGj6dHCjLaGd&amp;index=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drive.google.com/file/d/1bYCMclxkVi_eiX9u6HUUbYcXZGTf_LEv/view" TargetMode="Externa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CS315 – Project Two</a:t>
            </a:r>
            <a:br>
              <a:rPr lang="en-US"/>
            </a:br>
            <a:r>
              <a:rPr lang="en-US"/>
              <a:t>Nova</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lang="en-US"/>
              <a:t>Evan Drake</a:t>
            </a:r>
            <a:endParaRPr/>
          </a:p>
          <a:p>
            <a:pPr indent="0" lvl="0" marL="0" rtl="0" algn="ctr">
              <a:lnSpc>
                <a:spcPct val="90000"/>
              </a:lnSpc>
              <a:spcBef>
                <a:spcPts val="1000"/>
              </a:spcBef>
              <a:spcAft>
                <a:spcPts val="0"/>
              </a:spcAft>
              <a:buClr>
                <a:schemeClr val="lt1"/>
              </a:buClr>
              <a:buSzPts val="2400"/>
              <a:buNone/>
            </a:pPr>
            <a:r>
              <a:rPr lang="en-US" u="sng">
                <a:solidFill>
                  <a:schemeClr val="hlink"/>
                </a:solidFill>
                <a:hlinkClick r:id="rId3"/>
              </a:rPr>
              <a:t>https://github.com/EvanDrake725/Game2</a:t>
            </a:r>
            <a:endParaRPr/>
          </a:p>
          <a:p>
            <a:pPr indent="0" lvl="0" marL="0" rtl="0" algn="ctr">
              <a:lnSpc>
                <a:spcPct val="90000"/>
              </a:lnSpc>
              <a:spcBef>
                <a:spcPts val="1000"/>
              </a:spcBef>
              <a:spcAft>
                <a:spcPts val="0"/>
              </a:spcAft>
              <a:buClr>
                <a:schemeClr val="lt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9f9b92a2e2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Sources</a:t>
            </a:r>
            <a:endParaRPr/>
          </a:p>
        </p:txBody>
      </p:sp>
      <p:sp>
        <p:nvSpPr>
          <p:cNvPr id="91" name="Google Shape;91;g39f9b92a2e2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Scene Transitions: </a:t>
            </a:r>
            <a:r>
              <a:rPr lang="en-US" u="sng">
                <a:solidFill>
                  <a:schemeClr val="hlink"/>
                </a:solidFill>
                <a:hlinkClick r:id="rId3"/>
              </a:rPr>
              <a:t>https://www.youtube.com/watch?v=Shj_QVwrefY</a:t>
            </a:r>
            <a:endParaRPr/>
          </a:p>
          <a:p>
            <a:pPr indent="0" lvl="0" marL="0" rtl="0" algn="l">
              <a:spcBef>
                <a:spcPts val="1000"/>
              </a:spcBef>
              <a:spcAft>
                <a:spcPts val="0"/>
              </a:spcAft>
              <a:buNone/>
            </a:pPr>
            <a:r>
              <a:rPr lang="en-US"/>
              <a:t>Enemies: </a:t>
            </a:r>
            <a:r>
              <a:rPr lang="en-US" u="sng">
                <a:solidFill>
                  <a:schemeClr val="hlink"/>
                </a:solidFill>
                <a:hlinkClick r:id="rId4"/>
              </a:rPr>
              <a:t>https://www.youtube.com/watch?v=_QrMqFmrF5o&amp;t=44s</a:t>
            </a:r>
            <a:endParaRPr/>
          </a:p>
          <a:p>
            <a:pPr indent="0" lvl="0" marL="0" rtl="0" algn="l">
              <a:spcBef>
                <a:spcPts val="1000"/>
              </a:spcBef>
              <a:spcAft>
                <a:spcPts val="0"/>
              </a:spcAft>
              <a:buNone/>
            </a:pPr>
            <a:r>
              <a:rPr lang="en-US"/>
              <a:t>Sword/Shooting: </a:t>
            </a:r>
            <a:r>
              <a:rPr lang="en-US" u="sng">
                <a:solidFill>
                  <a:schemeClr val="hlink"/>
                </a:solidFill>
                <a:hlinkClick r:id="rId5"/>
              </a:rPr>
              <a:t>https://www.youtube.com/watch?v=hJaZag6A44o</a:t>
            </a:r>
            <a:endParaRPr/>
          </a:p>
          <a:p>
            <a:pPr indent="0" lvl="0" marL="0" rtl="0" algn="l">
              <a:spcBef>
                <a:spcPts val="1000"/>
              </a:spcBef>
              <a:spcAft>
                <a:spcPts val="0"/>
              </a:spcAft>
              <a:buNone/>
            </a:pPr>
            <a:r>
              <a:rPr lang="en-US"/>
              <a:t>Kinda room stuff </a:t>
            </a:r>
            <a:r>
              <a:rPr lang="en-US" sz="400"/>
              <a:t>(I changed almost everything but still) :</a:t>
            </a:r>
            <a:r>
              <a:rPr lang="en-US" u="sng">
                <a:solidFill>
                  <a:schemeClr val="hlink"/>
                </a:solidFill>
                <a:hlinkClick r:id="rId6"/>
              </a:rPr>
              <a:t>https://www.youtube.com/watch?v=v3v01p26NP0&amp;list=PL3cGrGHvkwn0zoGLoGorwvGj6dHCjLaGd&amp;index=7</a:t>
            </a:r>
            <a:endParaRPr/>
          </a:p>
          <a:p>
            <a:pPr indent="0" lvl="0" marL="0" rtl="0" algn="l">
              <a:spcBef>
                <a:spcPts val="1000"/>
              </a:spcBef>
              <a:spcAft>
                <a:spcPts val="0"/>
              </a:spcAft>
              <a:buNone/>
            </a:pPr>
            <a:r>
              <a:rPr lang="en-US"/>
              <a:t>Also big thanks to Daniel Warren Johnson for art inspiration and You are not Bunny Girl for getting me out of an idea rut.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66C"/>
        </a:solidFill>
      </p:bgPr>
    </p:bg>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Milestone 1</a:t>
            </a:r>
            <a:endParaRPr/>
          </a:p>
        </p:txBody>
      </p:sp>
      <p:sp>
        <p:nvSpPr>
          <p:cNvPr id="97" name="Google Shape;9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By this point you should have completed:</a:t>
            </a:r>
            <a:endParaRPr/>
          </a:p>
          <a:p>
            <a:pPr indent="-228600" lvl="1" marL="685800" rtl="0" algn="l">
              <a:lnSpc>
                <a:spcPct val="90000"/>
              </a:lnSpc>
              <a:spcBef>
                <a:spcPts val="500"/>
              </a:spcBef>
              <a:spcAft>
                <a:spcPts val="0"/>
              </a:spcAft>
              <a:buClr>
                <a:schemeClr val="lt1"/>
              </a:buClr>
              <a:buSzPts val="2400"/>
              <a:buChar char="•"/>
            </a:pPr>
            <a:r>
              <a:rPr lang="en-US"/>
              <a:t>Player movement and interaction</a:t>
            </a:r>
            <a:endParaRPr/>
          </a:p>
          <a:p>
            <a:pPr indent="-228600" lvl="1" marL="685800" rtl="0" algn="l">
              <a:lnSpc>
                <a:spcPct val="90000"/>
              </a:lnSpc>
              <a:spcBef>
                <a:spcPts val="500"/>
              </a:spcBef>
              <a:spcAft>
                <a:spcPts val="0"/>
              </a:spcAft>
              <a:buClr>
                <a:schemeClr val="lt1"/>
              </a:buClr>
              <a:buSzPts val="2400"/>
              <a:buChar char="•"/>
            </a:pPr>
            <a:r>
              <a:rPr lang="en-US"/>
              <a:t>Level design and layout</a:t>
            </a:r>
            <a:endParaRPr/>
          </a:p>
          <a:p>
            <a:pPr indent="-228600" lvl="1" marL="685800" rtl="0" algn="l">
              <a:lnSpc>
                <a:spcPct val="90000"/>
              </a:lnSpc>
              <a:spcBef>
                <a:spcPts val="500"/>
              </a:spcBef>
              <a:spcAft>
                <a:spcPts val="0"/>
              </a:spcAft>
              <a:buClr>
                <a:schemeClr val="lt1"/>
              </a:buClr>
              <a:buSzPts val="2400"/>
              <a:buChar char="•"/>
            </a:pPr>
            <a:r>
              <a:rPr lang="en-US"/>
              <a:t>Collectibles</a:t>
            </a:r>
            <a:endParaRPr/>
          </a:p>
          <a:p>
            <a:pPr indent="-228600" lvl="1" marL="685800" rtl="0" algn="l">
              <a:lnSpc>
                <a:spcPct val="90000"/>
              </a:lnSpc>
              <a:spcBef>
                <a:spcPts val="500"/>
              </a:spcBef>
              <a:spcAft>
                <a:spcPts val="0"/>
              </a:spcAft>
              <a:buClr>
                <a:schemeClr val="lt1"/>
              </a:buClr>
              <a:buSzPts val="2400"/>
              <a:buChar char="•"/>
            </a:pPr>
            <a:r>
              <a:rPr lang="en-US"/>
              <a:t>One bit of interactivity </a:t>
            </a:r>
            <a:endParaRPr/>
          </a:p>
          <a:p>
            <a:pPr indent="0" lvl="0" marL="0" rtl="0" algn="l">
              <a:lnSpc>
                <a:spcPct val="90000"/>
              </a:lnSpc>
              <a:spcBef>
                <a:spcPts val="500"/>
              </a:spcBef>
              <a:spcAft>
                <a:spcPts val="0"/>
              </a:spcAft>
              <a:buNone/>
            </a:pPr>
            <a:r>
              <a:rPr lang="en-US"/>
              <a:t>At this point I just got out of the idea rut so I didn’t have a lot.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66C"/>
        </a:solidFill>
      </p:bgPr>
    </p:bg>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M1 – Screenshot / image</a:t>
            </a:r>
            <a:endParaRPr/>
          </a:p>
        </p:txBody>
      </p:sp>
      <p:sp>
        <p:nvSpPr>
          <p:cNvPr id="103" name="Google Shape;103;p3"/>
          <p:cNvSpPr txBox="1"/>
          <p:nvPr>
            <p:ph idx="1" type="body"/>
          </p:nvPr>
        </p:nvSpPr>
        <p:spPr>
          <a:xfrm>
            <a:off x="838200" y="1825625"/>
            <a:ext cx="60738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Thought to add this here: the little helper guy really is effecting this game. I realized I can have this little follower and how like half the gameplay revolves around him. Love the goober.</a:t>
            </a:r>
            <a:endParaRPr/>
          </a:p>
        </p:txBody>
      </p:sp>
      <p:pic>
        <p:nvPicPr>
          <p:cNvPr id="104" name="Google Shape;104;p3" title="Screenshot 2025-11-02 002829.png"/>
          <p:cNvPicPr preferRelativeResize="0"/>
          <p:nvPr/>
        </p:nvPicPr>
        <p:blipFill>
          <a:blip r:embed="rId3">
            <a:alphaModFix/>
          </a:blip>
          <a:stretch>
            <a:fillRect/>
          </a:stretch>
        </p:blipFill>
        <p:spPr>
          <a:xfrm>
            <a:off x="7257444" y="2021425"/>
            <a:ext cx="4337874" cy="30514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66C"/>
        </a:solidFill>
      </p:bgPr>
    </p:bg>
    <p:spTree>
      <p:nvGrpSpPr>
        <p:cNvPr id="108" name="Shape 108"/>
        <p:cNvGrpSpPr/>
        <p:nvPr/>
      </p:nvGrpSpPr>
      <p:grpSpPr>
        <a:xfrm>
          <a:off x="0" y="0"/>
          <a:ext cx="0" cy="0"/>
          <a:chOff x="0" y="0"/>
          <a:chExt cx="0" cy="0"/>
        </a:xfrm>
      </p:grpSpPr>
      <p:sp>
        <p:nvSpPr>
          <p:cNvPr id="109" name="Google Shape;10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M1 – Question</a:t>
            </a:r>
            <a:endParaRPr/>
          </a:p>
        </p:txBody>
      </p:sp>
      <p:sp>
        <p:nvSpPr>
          <p:cNvPr id="110" name="Google Shape;11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Add an open question you have about your project</a:t>
            </a:r>
            <a:endParaRPr/>
          </a:p>
          <a:p>
            <a:pPr indent="-165100" lvl="0" marL="228600" rtl="0" algn="l">
              <a:lnSpc>
                <a:spcPct val="90000"/>
              </a:lnSpc>
              <a:spcBef>
                <a:spcPts val="0"/>
              </a:spcBef>
              <a:spcAft>
                <a:spcPts val="0"/>
              </a:spcAft>
              <a:buSzPts val="1800"/>
              <a:buChar char="•"/>
            </a:pPr>
            <a:r>
              <a:rPr lang="en-US"/>
              <a:t>A question I have for my game is how to make interesting level layouts? An area I struggle with is actually laying everything out in a neat and fun way. </a:t>
            </a:r>
            <a:r>
              <a:rPr lang="en-US"/>
              <a:t>Hoping</a:t>
            </a:r>
            <a:r>
              <a:rPr lang="en-US"/>
              <a:t> that isn’t the case here.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66C"/>
        </a:solidFill>
      </p:bgPr>
    </p:bg>
    <p:spTree>
      <p:nvGrpSpPr>
        <p:cNvPr id="114" name="Shape 114"/>
        <p:cNvGrpSpPr/>
        <p:nvPr/>
      </p:nvGrpSpPr>
      <p:grpSpPr>
        <a:xfrm>
          <a:off x="0" y="0"/>
          <a:ext cx="0" cy="0"/>
          <a:chOff x="0" y="0"/>
          <a:chExt cx="0" cy="0"/>
        </a:xfrm>
      </p:grpSpPr>
      <p:sp>
        <p:nvSpPr>
          <p:cNvPr id="115" name="Google Shape;11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M1 – Discussion</a:t>
            </a:r>
            <a:endParaRPr/>
          </a:p>
        </p:txBody>
      </p:sp>
      <p:sp>
        <p:nvSpPr>
          <p:cNvPr id="116" name="Google Shape;116;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Delete this and add 2-3 takeaways from your discussion with your peer. Consider these elements:</a:t>
            </a:r>
            <a:endParaRPr/>
          </a:p>
          <a:p>
            <a:pPr indent="-228600" lvl="1" marL="685800" rtl="0" algn="l">
              <a:lnSpc>
                <a:spcPct val="90000"/>
              </a:lnSpc>
              <a:spcBef>
                <a:spcPts val="500"/>
              </a:spcBef>
              <a:spcAft>
                <a:spcPts val="0"/>
              </a:spcAft>
              <a:buClr>
                <a:schemeClr val="lt1"/>
              </a:buClr>
              <a:buSzPts val="2400"/>
              <a:buChar char="•"/>
            </a:pPr>
            <a:r>
              <a:rPr lang="en-US"/>
              <a:t>Level pacing : Group says it sounds good if done </a:t>
            </a:r>
            <a:r>
              <a:rPr lang="en-US"/>
              <a:t>effectively</a:t>
            </a:r>
            <a:r>
              <a:rPr lang="en-US"/>
              <a:t>. I at the moment don’t have things down where needed so it is a little hard to fully show off my plan. So main takeaway is to focus on design and pacing.</a:t>
            </a:r>
            <a:endParaRPr/>
          </a:p>
          <a:p>
            <a:pPr indent="-228600" lvl="1" marL="685800" rtl="0" algn="l">
              <a:lnSpc>
                <a:spcPct val="90000"/>
              </a:lnSpc>
              <a:spcBef>
                <a:spcPts val="500"/>
              </a:spcBef>
              <a:spcAft>
                <a:spcPts val="0"/>
              </a:spcAft>
              <a:buClr>
                <a:schemeClr val="lt1"/>
              </a:buClr>
              <a:buSzPts val="2400"/>
              <a:buChar char="•"/>
            </a:pPr>
            <a:r>
              <a:rPr lang="en-US"/>
              <a:t>Keeping track of code connections : Lot more clean then project 1. They like that things are in more </a:t>
            </a:r>
            <a:r>
              <a:rPr lang="en-US"/>
              <a:t>specialized</a:t>
            </a:r>
            <a:r>
              <a:rPr lang="en-US"/>
              <a:t> folders. They also think the code looks better and more organized.</a:t>
            </a:r>
            <a:endParaRPr/>
          </a:p>
          <a:p>
            <a:pPr indent="-228600" lvl="1" marL="685800" rtl="0" algn="l">
              <a:lnSpc>
                <a:spcPct val="90000"/>
              </a:lnSpc>
              <a:spcBef>
                <a:spcPts val="500"/>
              </a:spcBef>
              <a:spcAft>
                <a:spcPts val="0"/>
              </a:spcAft>
              <a:buClr>
                <a:schemeClr val="lt1"/>
              </a:buClr>
              <a:buSzPts val="2400"/>
              <a:buChar char="•"/>
            </a:pPr>
            <a:r>
              <a:rPr lang="en-US"/>
              <a:t>Adding in hooks for game feel : The ability to control the little guy as a </a:t>
            </a:r>
            <a:r>
              <a:rPr lang="en-US"/>
              <a:t>separate</a:t>
            </a:r>
            <a:r>
              <a:rPr lang="en-US"/>
              <a:t> controller. Add more to the combat ie actual animations. Since mine looks simple they said it is hard to fully picture what I am thinking.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266C"/>
        </a:solidFill>
      </p:bgPr>
    </p:bg>
    <p:spTree>
      <p:nvGrpSpPr>
        <p:cNvPr id="120" name="Shape 120"/>
        <p:cNvGrpSpPr/>
        <p:nvPr/>
      </p:nvGrpSpPr>
      <p:grpSpPr>
        <a:xfrm>
          <a:off x="0" y="0"/>
          <a:ext cx="0" cy="0"/>
          <a:chOff x="0" y="0"/>
          <a:chExt cx="0" cy="0"/>
        </a:xfrm>
      </p:grpSpPr>
      <p:sp>
        <p:nvSpPr>
          <p:cNvPr id="121" name="Google Shape;12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M1– Technique Reflection</a:t>
            </a:r>
            <a:endParaRPr/>
          </a:p>
        </p:txBody>
      </p:sp>
      <p:sp>
        <p:nvSpPr>
          <p:cNvPr id="122" name="Google Shape;122;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I would say I am growing quite a bit. For project 1 I forgot what @export did but now that I remember it I can work a lot more </a:t>
            </a:r>
            <a:r>
              <a:rPr lang="en-US"/>
              <a:t>efficiently</a:t>
            </a:r>
            <a:r>
              <a:rPr lang="en-US"/>
              <a:t>. Also I have gotten better at being able to guess if code will work based on reading it as </a:t>
            </a:r>
            <a:r>
              <a:rPr lang="en-US"/>
              <a:t>opposed</a:t>
            </a:r>
            <a:r>
              <a:rPr lang="en-US"/>
              <a:t> to testing every 5 seconds.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E68"/>
        </a:solidFill>
      </p:bgPr>
    </p:bg>
    <p:spTree>
      <p:nvGrpSpPr>
        <p:cNvPr id="126" name="Shape 126"/>
        <p:cNvGrpSpPr/>
        <p:nvPr/>
      </p:nvGrpSpPr>
      <p:grpSpPr>
        <a:xfrm>
          <a:off x="0" y="0"/>
          <a:ext cx="0" cy="0"/>
          <a:chOff x="0" y="0"/>
          <a:chExt cx="0" cy="0"/>
        </a:xfrm>
      </p:grpSpPr>
      <p:sp>
        <p:nvSpPr>
          <p:cNvPr id="127" name="Google Shape;12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Milestone 2</a:t>
            </a:r>
            <a:endParaRPr/>
          </a:p>
        </p:txBody>
      </p:sp>
      <p:sp>
        <p:nvSpPr>
          <p:cNvPr id="128" name="Google Shape;128;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By the point you should have completed:</a:t>
            </a:r>
            <a:endParaRPr/>
          </a:p>
          <a:p>
            <a:pPr indent="-228600" lvl="1" marL="685800" rtl="0" algn="l">
              <a:lnSpc>
                <a:spcPct val="90000"/>
              </a:lnSpc>
              <a:spcBef>
                <a:spcPts val="500"/>
              </a:spcBef>
              <a:spcAft>
                <a:spcPts val="0"/>
              </a:spcAft>
              <a:buClr>
                <a:schemeClr val="lt1"/>
              </a:buClr>
              <a:buSzPts val="2400"/>
              <a:buChar char="•"/>
            </a:pPr>
            <a:r>
              <a:rPr lang="en-US"/>
              <a:t>Doors / collectibles finished</a:t>
            </a:r>
            <a:endParaRPr/>
          </a:p>
          <a:p>
            <a:pPr indent="-228600" lvl="1" marL="685800" rtl="0" algn="l">
              <a:lnSpc>
                <a:spcPct val="90000"/>
              </a:lnSpc>
              <a:spcBef>
                <a:spcPts val="500"/>
              </a:spcBef>
              <a:spcAft>
                <a:spcPts val="0"/>
              </a:spcAft>
              <a:buClr>
                <a:schemeClr val="lt1"/>
              </a:buClr>
              <a:buSzPts val="2400"/>
              <a:buChar char="•"/>
            </a:pPr>
            <a:r>
              <a:rPr lang="en-US"/>
              <a:t>User interface</a:t>
            </a:r>
            <a:endParaRPr/>
          </a:p>
          <a:p>
            <a:pPr indent="-228600" lvl="1" marL="685800" rtl="0" algn="l">
              <a:lnSpc>
                <a:spcPct val="90000"/>
              </a:lnSpc>
              <a:spcBef>
                <a:spcPts val="500"/>
              </a:spcBef>
              <a:spcAft>
                <a:spcPts val="0"/>
              </a:spcAft>
              <a:buClr>
                <a:schemeClr val="lt1"/>
              </a:buClr>
              <a:buSzPts val="2400"/>
              <a:buChar char="•"/>
            </a:pPr>
            <a:r>
              <a:rPr lang="en-US"/>
              <a:t>Enemies added</a:t>
            </a:r>
            <a:endParaRPr/>
          </a:p>
          <a:p>
            <a:pPr indent="-228600" lvl="1" marL="685800" rtl="0" algn="l">
              <a:lnSpc>
                <a:spcPct val="90000"/>
              </a:lnSpc>
              <a:spcBef>
                <a:spcPts val="500"/>
              </a:spcBef>
              <a:spcAft>
                <a:spcPts val="0"/>
              </a:spcAft>
              <a:buClr>
                <a:schemeClr val="lt1"/>
              </a:buClr>
              <a:buSzPts val="2400"/>
              <a:buChar char="•"/>
            </a:pPr>
            <a:r>
              <a:rPr lang="en-US"/>
              <a:t>Some “juice”</a:t>
            </a:r>
            <a:endParaRPr/>
          </a:p>
          <a:p>
            <a:pPr indent="0" lvl="0" marL="0" rtl="0" algn="l">
              <a:lnSpc>
                <a:spcPct val="90000"/>
              </a:lnSpc>
              <a:spcBef>
                <a:spcPts val="500"/>
              </a:spcBef>
              <a:spcAft>
                <a:spcPts val="0"/>
              </a:spcAft>
              <a:buNone/>
            </a:pPr>
            <a:r>
              <a:rPr lang="en-US"/>
              <a:t>I was fully out of the idea rut here and full steam ahead. Not everything was there on thursday but a good </a:t>
            </a:r>
            <a:r>
              <a:rPr lang="en-US"/>
              <a:t>chunk</a:t>
            </a:r>
            <a:r>
              <a:rPr lang="en-US"/>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E68"/>
        </a:solidFill>
      </p:bgPr>
    </p:bg>
    <p:spTree>
      <p:nvGrpSpPr>
        <p:cNvPr id="132" name="Shape 132"/>
        <p:cNvGrpSpPr/>
        <p:nvPr/>
      </p:nvGrpSpPr>
      <p:grpSpPr>
        <a:xfrm>
          <a:off x="0" y="0"/>
          <a:ext cx="0" cy="0"/>
          <a:chOff x="0" y="0"/>
          <a:chExt cx="0" cy="0"/>
        </a:xfrm>
      </p:grpSpPr>
      <p:sp>
        <p:nvSpPr>
          <p:cNvPr id="133" name="Google Shape;133;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M2 – Screenshot / Image</a:t>
            </a:r>
            <a:endParaRPr/>
          </a:p>
        </p:txBody>
      </p:sp>
      <p:sp>
        <p:nvSpPr>
          <p:cNvPr id="134" name="Google Shape;134;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Add a screenshot(s) of your project</a:t>
            </a:r>
            <a:endParaRPr/>
          </a:p>
        </p:txBody>
      </p:sp>
      <p:pic>
        <p:nvPicPr>
          <p:cNvPr id="135" name="Google Shape;135;p8" title="Screenshot 2025-11-02 002622.png"/>
          <p:cNvPicPr preferRelativeResize="0"/>
          <p:nvPr/>
        </p:nvPicPr>
        <p:blipFill>
          <a:blip r:embed="rId3">
            <a:alphaModFix/>
          </a:blip>
          <a:stretch>
            <a:fillRect/>
          </a:stretch>
        </p:blipFill>
        <p:spPr>
          <a:xfrm>
            <a:off x="7129250" y="1615860"/>
            <a:ext cx="4484313" cy="2453754"/>
          </a:xfrm>
          <a:prstGeom prst="rect">
            <a:avLst/>
          </a:prstGeom>
          <a:noFill/>
          <a:ln>
            <a:noFill/>
          </a:ln>
        </p:spPr>
      </p:pic>
      <p:pic>
        <p:nvPicPr>
          <p:cNvPr id="136" name="Google Shape;136;p8" title="Screenshot 2025-11-02 002646.png"/>
          <p:cNvPicPr preferRelativeResize="0"/>
          <p:nvPr/>
        </p:nvPicPr>
        <p:blipFill>
          <a:blip r:embed="rId4">
            <a:alphaModFix/>
          </a:blip>
          <a:stretch>
            <a:fillRect/>
          </a:stretch>
        </p:blipFill>
        <p:spPr>
          <a:xfrm>
            <a:off x="6968125" y="1584800"/>
            <a:ext cx="4806563" cy="2515875"/>
          </a:xfrm>
          <a:prstGeom prst="rect">
            <a:avLst/>
          </a:prstGeom>
          <a:noFill/>
          <a:ln>
            <a:noFill/>
          </a:ln>
        </p:spPr>
      </p:pic>
      <p:pic>
        <p:nvPicPr>
          <p:cNvPr id="137" name="Google Shape;137;p8" title="Screenshot 2025-11-02 002622.png"/>
          <p:cNvPicPr preferRelativeResize="0"/>
          <p:nvPr/>
        </p:nvPicPr>
        <p:blipFill>
          <a:blip r:embed="rId3">
            <a:alphaModFix/>
          </a:blip>
          <a:stretch>
            <a:fillRect/>
          </a:stretch>
        </p:blipFill>
        <p:spPr>
          <a:xfrm>
            <a:off x="1674093" y="2958975"/>
            <a:ext cx="4693276" cy="2568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E68"/>
        </a:solidFill>
      </p:bgPr>
    </p:bg>
    <p:spTree>
      <p:nvGrpSpPr>
        <p:cNvPr id="141" name="Shape 141"/>
        <p:cNvGrpSpPr/>
        <p:nvPr/>
      </p:nvGrpSpPr>
      <p:grpSpPr>
        <a:xfrm>
          <a:off x="0" y="0"/>
          <a:ext cx="0" cy="0"/>
          <a:chOff x="0" y="0"/>
          <a:chExt cx="0" cy="0"/>
        </a:xfrm>
      </p:grpSpPr>
      <p:sp>
        <p:nvSpPr>
          <p:cNvPr id="142" name="Google Shape;14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M2 - Question</a:t>
            </a:r>
            <a:endParaRPr/>
          </a:p>
        </p:txBody>
      </p:sp>
      <p:sp>
        <p:nvSpPr>
          <p:cNvPr id="143" name="Google Shape;14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A question I have about my game relates to the looks of it. Is it to bland or is it an eye sore? When I showed it to my friends they thought the shades of blue I used weren’t good so that is why I changed it to the all black look with hints of blue. The look of a game is really important to me so I hope mine looks fine.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E68"/>
        </a:solidFill>
      </p:bgPr>
    </p:bg>
    <p:spTree>
      <p:nvGrpSpPr>
        <p:cNvPr id="147" name="Shape 147"/>
        <p:cNvGrpSpPr/>
        <p:nvPr/>
      </p:nvGrpSpPr>
      <p:grpSpPr>
        <a:xfrm>
          <a:off x="0" y="0"/>
          <a:ext cx="0" cy="0"/>
          <a:chOff x="0" y="0"/>
          <a:chExt cx="0" cy="0"/>
        </a:xfrm>
      </p:grpSpPr>
      <p:sp>
        <p:nvSpPr>
          <p:cNvPr id="148" name="Google Shape;14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M2 - Discussion</a:t>
            </a:r>
            <a:endParaRPr/>
          </a:p>
        </p:txBody>
      </p:sp>
      <p:sp>
        <p:nvSpPr>
          <p:cNvPr id="149" name="Google Shape;14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Discuss these elements of your game</a:t>
            </a:r>
            <a:endParaRPr/>
          </a:p>
          <a:p>
            <a:pPr indent="-228600" lvl="1" marL="685800" rtl="0" algn="l">
              <a:lnSpc>
                <a:spcPct val="90000"/>
              </a:lnSpc>
              <a:spcBef>
                <a:spcPts val="500"/>
              </a:spcBef>
              <a:spcAft>
                <a:spcPts val="0"/>
              </a:spcAft>
              <a:buClr>
                <a:schemeClr val="lt1"/>
              </a:buClr>
              <a:buSzPts val="2400"/>
              <a:buChar char="•"/>
            </a:pPr>
            <a:r>
              <a:rPr lang="en-US"/>
              <a:t>I used the godot website and youtube videos.</a:t>
            </a:r>
            <a:endParaRPr/>
          </a:p>
          <a:p>
            <a:pPr indent="-228600" lvl="1" marL="685800" rtl="0" algn="l">
              <a:lnSpc>
                <a:spcPct val="90000"/>
              </a:lnSpc>
              <a:spcBef>
                <a:spcPts val="500"/>
              </a:spcBef>
              <a:spcAft>
                <a:spcPts val="0"/>
              </a:spcAft>
              <a:buClr>
                <a:schemeClr val="lt1"/>
              </a:buClr>
              <a:buSzPts val="2400"/>
              <a:buChar char="•"/>
            </a:pPr>
            <a:r>
              <a:rPr lang="en-US"/>
              <a:t>I decided on the quality by reading comments and basing off of that.</a:t>
            </a:r>
            <a:endParaRPr/>
          </a:p>
          <a:p>
            <a:pPr indent="-228600" lvl="1" marL="685800" rtl="0" algn="l">
              <a:lnSpc>
                <a:spcPct val="90000"/>
              </a:lnSpc>
              <a:spcBef>
                <a:spcPts val="500"/>
              </a:spcBef>
              <a:spcAft>
                <a:spcPts val="0"/>
              </a:spcAft>
              <a:buClr>
                <a:schemeClr val="lt1"/>
              </a:buClr>
              <a:buSzPts val="2400"/>
              <a:buChar char="•"/>
            </a:pPr>
            <a:r>
              <a:rPr lang="en-US"/>
              <a:t>The dynamics of the game is between the player and the enemies, and the player and the BUDD1 droid. The Player and enemies interact by them dealing damage in an attempt to destroy you and you hurt them to destroy them. With the BUDD1 droid he follows you and now </a:t>
            </a:r>
            <a:r>
              <a:rPr lang="en-US"/>
              <a:t>with</a:t>
            </a:r>
            <a:r>
              <a:rPr lang="en-US"/>
              <a:t> him can hack terminals to open doors. The mechanics are walking, sword swinging, interacting, jumping, and hacking the terminals. As for </a:t>
            </a:r>
            <a:r>
              <a:rPr lang="en-US"/>
              <a:t>aesthetics</a:t>
            </a:r>
            <a:r>
              <a:rPr lang="en-US"/>
              <a:t> you are in a war robot factory and get to the core to destroy it. The black and white adds a bleak feel to 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E68"/>
        </a:solidFill>
      </p:bgPr>
    </p:bg>
    <p:spTree>
      <p:nvGrpSpPr>
        <p:cNvPr id="153" name="Shape 153"/>
        <p:cNvGrpSpPr/>
        <p:nvPr/>
      </p:nvGrpSpPr>
      <p:grpSpPr>
        <a:xfrm>
          <a:off x="0" y="0"/>
          <a:ext cx="0" cy="0"/>
          <a:chOff x="0" y="0"/>
          <a:chExt cx="0" cy="0"/>
        </a:xfrm>
      </p:grpSpPr>
      <p:sp>
        <p:nvSpPr>
          <p:cNvPr id="154" name="Google Shape;15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M2 Reflection</a:t>
            </a:r>
            <a:endParaRPr/>
          </a:p>
        </p:txBody>
      </p:sp>
      <p:sp>
        <p:nvSpPr>
          <p:cNvPr id="155" name="Google Shape;15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I am mostly struggling with the room teleportation and enemies dropping stuff. Both give errors that I am trying to fix. Also for room transitioning I am working on it remembering where you were last time you were in the room as opposed to restarting you each time. Also</a:t>
            </a:r>
            <a:endParaRPr/>
          </a:p>
          <a:p>
            <a:pPr indent="-50800" lvl="0" marL="228600" rtl="0" algn="l">
              <a:lnSpc>
                <a:spcPct val="90000"/>
              </a:lnSpc>
              <a:spcBef>
                <a:spcPts val="1000"/>
              </a:spcBef>
              <a:spcAft>
                <a:spcPts val="0"/>
              </a:spcAft>
              <a:buClr>
                <a:schemeClr val="lt1"/>
              </a:buClr>
              <a:buSzPts val="2800"/>
              <a:buNone/>
            </a:pPr>
            <a:r>
              <a:rPr lang="en-US"/>
              <a:t> as mentioned I am working hard on making the game look good.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3F3F"/>
        </a:solidFill>
      </p:bgPr>
    </p:bg>
    <p:spTree>
      <p:nvGrpSpPr>
        <p:cNvPr id="159" name="Shape 159"/>
        <p:cNvGrpSpPr/>
        <p:nvPr/>
      </p:nvGrpSpPr>
      <p:grpSpPr>
        <a:xfrm>
          <a:off x="0" y="0"/>
          <a:ext cx="0" cy="0"/>
          <a:chOff x="0" y="0"/>
          <a:chExt cx="0" cy="0"/>
        </a:xfrm>
      </p:grpSpPr>
      <p:sp>
        <p:nvSpPr>
          <p:cNvPr id="160" name="Google Shape;16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P2 – Final Reflection</a:t>
            </a:r>
            <a:endParaRPr/>
          </a:p>
        </p:txBody>
      </p:sp>
      <p:pic>
        <p:nvPicPr>
          <p:cNvPr id="161" name="Google Shape;161;p12" title="Screenshot 2025-11-02 174958.png"/>
          <p:cNvPicPr preferRelativeResize="0"/>
          <p:nvPr/>
        </p:nvPicPr>
        <p:blipFill>
          <a:blip r:embed="rId3">
            <a:alphaModFix/>
          </a:blip>
          <a:stretch>
            <a:fillRect/>
          </a:stretch>
        </p:blipFill>
        <p:spPr>
          <a:xfrm>
            <a:off x="6394600" y="441774"/>
            <a:ext cx="5493674" cy="2848050"/>
          </a:xfrm>
          <a:prstGeom prst="rect">
            <a:avLst/>
          </a:prstGeom>
          <a:noFill/>
          <a:ln>
            <a:noFill/>
          </a:ln>
        </p:spPr>
      </p:pic>
      <p:pic>
        <p:nvPicPr>
          <p:cNvPr id="162" name="Google Shape;162;p12" title="Screenshot 2025-11-02 174857.png"/>
          <p:cNvPicPr preferRelativeResize="0"/>
          <p:nvPr/>
        </p:nvPicPr>
        <p:blipFill>
          <a:blip r:embed="rId4">
            <a:alphaModFix/>
          </a:blip>
          <a:stretch>
            <a:fillRect/>
          </a:stretch>
        </p:blipFill>
        <p:spPr>
          <a:xfrm>
            <a:off x="6871550" y="3344243"/>
            <a:ext cx="5016724" cy="2529000"/>
          </a:xfrm>
          <a:prstGeom prst="rect">
            <a:avLst/>
          </a:prstGeom>
          <a:noFill/>
          <a:ln>
            <a:noFill/>
          </a:ln>
        </p:spPr>
      </p:pic>
      <p:pic>
        <p:nvPicPr>
          <p:cNvPr id="163" name="Google Shape;163;p12" title="Screenshot 2025-11-02 175034.png"/>
          <p:cNvPicPr preferRelativeResize="0"/>
          <p:nvPr/>
        </p:nvPicPr>
        <p:blipFill>
          <a:blip r:embed="rId5">
            <a:alphaModFix/>
          </a:blip>
          <a:stretch>
            <a:fillRect/>
          </a:stretch>
        </p:blipFill>
        <p:spPr>
          <a:xfrm>
            <a:off x="3081050" y="4270567"/>
            <a:ext cx="3895075" cy="2120975"/>
          </a:xfrm>
          <a:prstGeom prst="rect">
            <a:avLst/>
          </a:prstGeom>
          <a:noFill/>
          <a:ln>
            <a:noFill/>
          </a:ln>
        </p:spPr>
      </p:pic>
      <p:pic>
        <p:nvPicPr>
          <p:cNvPr id="164" name="Google Shape;164;p12" title="Screenshot 2025-11-02 175121.png"/>
          <p:cNvPicPr preferRelativeResize="0"/>
          <p:nvPr/>
        </p:nvPicPr>
        <p:blipFill>
          <a:blip r:embed="rId6">
            <a:alphaModFix/>
          </a:blip>
          <a:stretch>
            <a:fillRect/>
          </a:stretch>
        </p:blipFill>
        <p:spPr>
          <a:xfrm>
            <a:off x="2168700" y="1560538"/>
            <a:ext cx="4163544" cy="2275079"/>
          </a:xfrm>
          <a:prstGeom prst="rect">
            <a:avLst/>
          </a:prstGeom>
          <a:noFill/>
          <a:ln>
            <a:noFill/>
          </a:ln>
        </p:spPr>
      </p:pic>
      <p:pic>
        <p:nvPicPr>
          <p:cNvPr id="165" name="Google Shape;165;p12" title="Screenshot 2025-11-02 175158.png"/>
          <p:cNvPicPr preferRelativeResize="0"/>
          <p:nvPr/>
        </p:nvPicPr>
        <p:blipFill>
          <a:blip r:embed="rId7">
            <a:alphaModFix/>
          </a:blip>
          <a:stretch>
            <a:fillRect/>
          </a:stretch>
        </p:blipFill>
        <p:spPr>
          <a:xfrm>
            <a:off x="115600" y="4040300"/>
            <a:ext cx="3081049" cy="1700075"/>
          </a:xfrm>
          <a:prstGeom prst="rect">
            <a:avLst/>
          </a:prstGeom>
          <a:noFill/>
          <a:ln>
            <a:noFill/>
          </a:ln>
        </p:spPr>
      </p:pic>
      <p:sp>
        <p:nvSpPr>
          <p:cNvPr id="166" name="Google Shape;166;p12"/>
          <p:cNvSpPr txBox="1"/>
          <p:nvPr/>
        </p:nvSpPr>
        <p:spPr>
          <a:xfrm>
            <a:off x="7271525" y="5927675"/>
            <a:ext cx="2529900" cy="7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lt1"/>
                </a:solidFill>
                <a:latin typeface="Calibri"/>
                <a:ea typeface="Calibri"/>
                <a:cs typeface="Calibri"/>
                <a:sym typeface="Calibri"/>
              </a:rPr>
              <a:t>&lt;-Gameboy inspired look</a:t>
            </a:r>
            <a:endParaRPr sz="2200">
              <a:solidFill>
                <a:schemeClr val="lt1"/>
              </a:solidFill>
              <a:latin typeface="Calibri"/>
              <a:ea typeface="Calibri"/>
              <a:cs typeface="Calibri"/>
              <a:sym typeface="Calibri"/>
            </a:endParaRPr>
          </a:p>
        </p:txBody>
      </p:sp>
      <p:sp>
        <p:nvSpPr>
          <p:cNvPr id="167" name="Google Shape;167;p12"/>
          <p:cNvSpPr txBox="1"/>
          <p:nvPr/>
        </p:nvSpPr>
        <p:spPr>
          <a:xfrm>
            <a:off x="169525" y="5643075"/>
            <a:ext cx="29115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chemeClr val="lt1"/>
                </a:solidFill>
                <a:latin typeface="Calibri"/>
                <a:ea typeface="Calibri"/>
                <a:cs typeface="Calibri"/>
                <a:sym typeface="Calibri"/>
              </a:rPr>
              <a:t>Above: Favorite shot from the game. Skybound </a:t>
            </a:r>
            <a:r>
              <a:rPr lang="en-US" sz="1900">
                <a:solidFill>
                  <a:schemeClr val="lt1"/>
                </a:solidFill>
                <a:latin typeface="Calibri"/>
                <a:ea typeface="Calibri"/>
                <a:cs typeface="Calibri"/>
                <a:sym typeface="Calibri"/>
              </a:rPr>
              <a:t>Bumblebee</a:t>
            </a:r>
            <a:r>
              <a:rPr lang="en-US" sz="1900">
                <a:solidFill>
                  <a:schemeClr val="lt1"/>
                </a:solidFill>
                <a:latin typeface="Calibri"/>
                <a:ea typeface="Calibri"/>
                <a:cs typeface="Calibri"/>
                <a:sym typeface="Calibri"/>
              </a:rPr>
              <a:t> inspired</a:t>
            </a:r>
            <a:endParaRPr sz="19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9f9b92a2e2_0_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The Video (Don't pay attention to how much I suck at platformers)</a:t>
            </a:r>
            <a:endParaRPr/>
          </a:p>
        </p:txBody>
      </p:sp>
      <p:sp>
        <p:nvSpPr>
          <p:cNvPr id="173" name="Google Shape;173;g39f9b92a2e2_0_1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Some notes: This is </a:t>
            </a:r>
            <a:r>
              <a:rPr lang="en-US"/>
              <a:t>technically</a:t>
            </a:r>
            <a:r>
              <a:rPr lang="en-US"/>
              <a:t> an old build since I later added some random sprites and such to decorate. Also to make excuses for my horrible performance in the platforming bit, 1. I was tired 2. My roommate was teaking at TF2.</a:t>
            </a:r>
            <a:endParaRPr/>
          </a:p>
        </p:txBody>
      </p:sp>
      <p:pic>
        <p:nvPicPr>
          <p:cNvPr id="174" name="Google Shape;174;g39f9b92a2e2_0_19" title="video1957387724.mp4">
            <a:hlinkClick r:id="rId3"/>
          </p:cNvPr>
          <p:cNvPicPr preferRelativeResize="0"/>
          <p:nvPr/>
        </p:nvPicPr>
        <p:blipFill>
          <a:blip r:embed="rId4">
            <a:alphaModFix/>
          </a:blip>
          <a:stretch>
            <a:fillRect/>
          </a:stretch>
        </p:blipFill>
        <p:spPr>
          <a:xfrm>
            <a:off x="6438325" y="3172375"/>
            <a:ext cx="4462925" cy="334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0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3F3F"/>
        </a:solidFill>
      </p:bgPr>
    </p:bg>
    <p:spTree>
      <p:nvGrpSpPr>
        <p:cNvPr id="178" name="Shape 178"/>
        <p:cNvGrpSpPr/>
        <p:nvPr/>
      </p:nvGrpSpPr>
      <p:grpSpPr>
        <a:xfrm>
          <a:off x="0" y="0"/>
          <a:ext cx="0" cy="0"/>
          <a:chOff x="0" y="0"/>
          <a:chExt cx="0" cy="0"/>
        </a:xfrm>
      </p:grpSpPr>
      <p:sp>
        <p:nvSpPr>
          <p:cNvPr id="179" name="Google Shape;17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P2 – Final Reflection</a:t>
            </a:r>
            <a:endParaRPr/>
          </a:p>
        </p:txBody>
      </p:sp>
      <p:sp>
        <p:nvSpPr>
          <p:cNvPr id="180" name="Google Shape;18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1000"/>
              </a:spcBef>
              <a:spcAft>
                <a:spcPts val="0"/>
              </a:spcAft>
              <a:buClr>
                <a:schemeClr val="lt1"/>
              </a:buClr>
              <a:buSzPts val="2800"/>
              <a:buChar char="•"/>
            </a:pPr>
            <a:r>
              <a:rPr lang="en-US"/>
              <a:t>Technique &amp; Aesthetics: For techniques I learned a lot more on the technical side. I relearned @export and also learned way easier ways to call objects. the “$” way is a whole lot easier then path searching. As for </a:t>
            </a:r>
            <a:r>
              <a:rPr lang="en-US"/>
              <a:t>aesthetics</a:t>
            </a:r>
            <a:r>
              <a:rPr lang="en-US"/>
              <a:t> when I hear that I think looks and such. I would say I am improving in that regard. </a:t>
            </a:r>
            <a:r>
              <a:rPr lang="en-US"/>
              <a:t>I'm</a:t>
            </a:r>
            <a:r>
              <a:rPr lang="en-US"/>
              <a:t> </a:t>
            </a:r>
            <a:r>
              <a:rPr lang="en-US"/>
              <a:t>curious</a:t>
            </a:r>
            <a:r>
              <a:rPr lang="en-US"/>
              <a:t> your thoughts on the art and look, cause I may try to do hand drawn again in the future.</a:t>
            </a:r>
            <a:endParaRPr/>
          </a:p>
          <a:p>
            <a:pPr indent="-228600" lvl="0" marL="228600" rtl="0" algn="l">
              <a:lnSpc>
                <a:spcPct val="90000"/>
              </a:lnSpc>
              <a:spcBef>
                <a:spcPts val="1000"/>
              </a:spcBef>
              <a:spcAft>
                <a:spcPts val="0"/>
              </a:spcAft>
              <a:buClr>
                <a:schemeClr val="lt1"/>
              </a:buClr>
              <a:buSzPts val="2800"/>
              <a:buChar char="•"/>
            </a:pPr>
            <a:r>
              <a:rPr lang="en-US"/>
              <a:t>Major difficulties: The main difficulties were my inability to decide and then the room transitions. Room transitions looking back were very easy and I am a little upset I didn’t think of it sooner.</a:t>
            </a:r>
            <a:endParaRPr/>
          </a:p>
          <a:p>
            <a:pPr indent="-228600" lvl="0" marL="228600" rtl="0" algn="l">
              <a:lnSpc>
                <a:spcPct val="90000"/>
              </a:lnSpc>
              <a:spcBef>
                <a:spcPts val="1000"/>
              </a:spcBef>
              <a:spcAft>
                <a:spcPts val="0"/>
              </a:spcAft>
              <a:buClr>
                <a:schemeClr val="lt1"/>
              </a:buClr>
              <a:buSzPts val="2800"/>
              <a:buChar char="•"/>
            </a:pPr>
            <a:r>
              <a:rPr lang="en-US"/>
              <a:t>Future: In the future I will think of ideas sooner so that I can actually have time. Once I get going I get going but it takes a sec for that engine to start. Also it’ll help with asset making since that takes eons.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2023-08-18T12:11:00Z</dcterms:created>
  <dc:creator>Travis Faas</dc:creator>
</cp:coreProperties>
</file>